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8"/>
  </p:normalViewPr>
  <p:slideViewPr>
    <p:cSldViewPr snapToGrid="0">
      <p:cViewPr>
        <p:scale>
          <a:sx n="126" d="100"/>
          <a:sy n="126" d="100"/>
        </p:scale>
        <p:origin x="-424" y="-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00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113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336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65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99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4367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924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636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55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264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696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E4DBC-1A96-EA4C-A7EF-C4BEE7080743}" type="datetimeFigureOut">
              <a:rPr kumimoji="1" lang="zh-TW" altLang="en-US" smtClean="0"/>
              <a:t>2026/6/5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361F-8C87-0245-970B-7ABD636F949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2304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E5D1CB14-3FDE-8C7F-36E3-B5BA1C6A438B}"/>
              </a:ext>
            </a:extLst>
          </p:cNvPr>
          <p:cNvGrpSpPr/>
          <p:nvPr/>
        </p:nvGrpSpPr>
        <p:grpSpPr>
          <a:xfrm>
            <a:off x="4060798" y="2460588"/>
            <a:ext cx="4680004" cy="4680017"/>
            <a:chOff x="4060798" y="2460588"/>
            <a:chExt cx="4680004" cy="468001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FA7AC81-BC76-FC93-914C-2646AB9091FE}"/>
                </a:ext>
              </a:extLst>
            </p:cNvPr>
            <p:cNvSpPr/>
            <p:nvPr/>
          </p:nvSpPr>
          <p:spPr>
            <a:xfrm>
              <a:off x="4060798" y="2460588"/>
              <a:ext cx="4680000" cy="468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3E29CD6D-2EF6-98B2-F6CD-59F4BF0EB6C7}"/>
                </a:ext>
              </a:extLst>
            </p:cNvPr>
            <p:cNvGrpSpPr/>
            <p:nvPr/>
          </p:nvGrpSpPr>
          <p:grpSpPr>
            <a:xfrm>
              <a:off x="4060798" y="2460594"/>
              <a:ext cx="4680004" cy="4680011"/>
              <a:chOff x="7603525" y="2860071"/>
              <a:chExt cx="4680004" cy="4680011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C774E76-5943-A3EC-597F-D3A486D456A9}"/>
                  </a:ext>
                </a:extLst>
              </p:cNvPr>
              <p:cNvSpPr/>
              <p:nvPr/>
            </p:nvSpPr>
            <p:spPr>
              <a:xfrm rot="10800000" flipV="1">
                <a:off x="7603529" y="6820081"/>
                <a:ext cx="1800000" cy="72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4EE748C-0A02-B72C-691B-14AA18C2CF0D}"/>
                  </a:ext>
                </a:extLst>
              </p:cNvPr>
              <p:cNvSpPr/>
              <p:nvPr/>
            </p:nvSpPr>
            <p:spPr>
              <a:xfrm rot="10800000" flipV="1">
                <a:off x="7603529" y="5740079"/>
                <a:ext cx="360000" cy="108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8BB7644-4DB2-CB60-9712-E67A2D5F65CE}"/>
                  </a:ext>
                </a:extLst>
              </p:cNvPr>
              <p:cNvSpPr/>
              <p:nvPr/>
            </p:nvSpPr>
            <p:spPr>
              <a:xfrm rot="10800000" flipV="1">
                <a:off x="7963529" y="5740080"/>
                <a:ext cx="1440000" cy="108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8AC94171-93E3-E9BC-559D-EDA05C03D610}"/>
                  </a:ext>
                </a:extLst>
              </p:cNvPr>
              <p:cNvSpPr/>
              <p:nvPr/>
            </p:nvSpPr>
            <p:spPr>
              <a:xfrm rot="10800000" flipV="1">
                <a:off x="8683529" y="5020080"/>
                <a:ext cx="720000" cy="72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053A207-CA59-623E-0CF3-D632CA3E4BFE}"/>
                  </a:ext>
                </a:extLst>
              </p:cNvPr>
              <p:cNvSpPr/>
              <p:nvPr/>
            </p:nvSpPr>
            <p:spPr>
              <a:xfrm rot="10800000" flipV="1">
                <a:off x="9403529" y="5020082"/>
                <a:ext cx="1440000" cy="252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DAE7C97-07F2-8AF5-6FDC-2036FAA3F6B0}"/>
                  </a:ext>
                </a:extLst>
              </p:cNvPr>
              <p:cNvSpPr/>
              <p:nvPr/>
            </p:nvSpPr>
            <p:spPr>
              <a:xfrm rot="10800000" flipV="1">
                <a:off x="10843529" y="5020080"/>
                <a:ext cx="1440000" cy="180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F457227-29C9-4299-28A8-761CC560B446}"/>
                  </a:ext>
                </a:extLst>
              </p:cNvPr>
              <p:cNvSpPr/>
              <p:nvPr/>
            </p:nvSpPr>
            <p:spPr>
              <a:xfrm rot="10800000" flipV="1">
                <a:off x="7603529" y="3940078"/>
                <a:ext cx="1440000" cy="108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DD97842-A3D8-556D-5114-2341F597A153}"/>
                  </a:ext>
                </a:extLst>
              </p:cNvPr>
              <p:cNvSpPr/>
              <p:nvPr/>
            </p:nvSpPr>
            <p:spPr>
              <a:xfrm rot="10800000" flipV="1">
                <a:off x="7603528" y="2860078"/>
                <a:ext cx="2160000" cy="1080000"/>
              </a:xfrm>
              <a:prstGeom prst="rect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E1A36D2-7F92-3268-4F22-90B7FC566FF0}"/>
                  </a:ext>
                </a:extLst>
              </p:cNvPr>
              <p:cNvSpPr/>
              <p:nvPr/>
            </p:nvSpPr>
            <p:spPr>
              <a:xfrm>
                <a:off x="7603527" y="5020065"/>
                <a:ext cx="1800000" cy="25200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D86D36A-4224-EE6D-2523-7104C3B89578}"/>
                  </a:ext>
                </a:extLst>
              </p:cNvPr>
              <p:cNvSpPr/>
              <p:nvPr/>
            </p:nvSpPr>
            <p:spPr>
              <a:xfrm>
                <a:off x="7603527" y="5740077"/>
                <a:ext cx="1800000" cy="108000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60D7429-C673-2530-5570-DB0FC827E3FC}"/>
                  </a:ext>
                </a:extLst>
              </p:cNvPr>
              <p:cNvSpPr/>
              <p:nvPr/>
            </p:nvSpPr>
            <p:spPr>
              <a:xfrm>
                <a:off x="9403527" y="5020074"/>
                <a:ext cx="2880000" cy="25200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37DB1AEE-A865-596D-6170-505A90D62FCE}"/>
                  </a:ext>
                </a:extLst>
              </p:cNvPr>
              <p:cNvSpPr/>
              <p:nvPr/>
            </p:nvSpPr>
            <p:spPr>
              <a:xfrm>
                <a:off x="7603525" y="2860071"/>
                <a:ext cx="2160000" cy="216000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10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8</Words>
  <Application>Microsoft Macintosh PowerPoint</Application>
  <PresentationFormat>A3 紙張 (297x420 公釐)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6</cp:revision>
  <dcterms:created xsi:type="dcterms:W3CDTF">2026-06-05T02:43:10Z</dcterms:created>
  <dcterms:modified xsi:type="dcterms:W3CDTF">2026-06-05T12:46:41Z</dcterms:modified>
  <cp:category/>
</cp:coreProperties>
</file>