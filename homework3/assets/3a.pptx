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7"/>
    <p:restoredTop sz="94643"/>
  </p:normalViewPr>
  <p:slideViewPr>
    <p:cSldViewPr snapToGrid="0">
      <p:cViewPr>
        <p:scale>
          <a:sx n="183" d="100"/>
          <a:sy n="183" d="100"/>
        </p:scale>
        <p:origin x="-512" y="-20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BDCEE11-9ADC-F980-3398-44632BCA96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CE370B46-6BB0-8BF7-ED53-122F0EF48C8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16EFB69-5170-75AB-50FC-54336446C8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B5A342-2556-E448-8FBF-A3034CC959A5}" type="datetimeFigureOut">
              <a:rPr kumimoji="1" lang="zh-TW" altLang="en-US" smtClean="0"/>
              <a:t>2026/6/2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02984F2-59D3-6F16-662B-2706ABD473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7EF9ADD-BAB3-DD05-6173-662AF59B83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693BBA-517A-484E-B807-12AEDD49F3AB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5509434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AE22AE4-BDFA-9A9A-6C19-014C6D8409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7249387-ED86-238C-1631-7FB8255711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7A1DD827-2EF3-B516-0BE4-EBC4BC9D37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B5A342-2556-E448-8FBF-A3034CC959A5}" type="datetimeFigureOut">
              <a:rPr kumimoji="1" lang="zh-TW" altLang="en-US" smtClean="0"/>
              <a:t>2026/6/2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7D24E03-1B1F-9031-2139-608630C4CA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BDBB9B3-11F4-6700-B27E-C2BBD7FAC4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693BBA-517A-484E-B807-12AEDD49F3AB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5699430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03EE5B2-3392-EEB1-6D8E-1972CC940E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23C56716-8457-8322-CC5F-27222148E2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25E99F1B-68EF-648A-0939-C2E86E55CA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B5A342-2556-E448-8FBF-A3034CC959A5}" type="datetimeFigureOut">
              <a:rPr kumimoji="1" lang="zh-TW" altLang="en-US" smtClean="0"/>
              <a:t>2026/6/2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1141E7AE-1265-5CAE-2DC3-F97A12B027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36CECED7-4169-9DAB-AD97-561A4E329D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693BBA-517A-484E-B807-12AEDD49F3AB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6715690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EF2D475-8BFD-B8A2-ED69-CF8B618753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DDFA03E-A188-EDC3-7599-125A1490535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147EE4B4-D28F-2700-6A2B-F1F07363EA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2F25BF74-1F17-7D75-1DDA-A231197B70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B5A342-2556-E448-8FBF-A3034CC959A5}" type="datetimeFigureOut">
              <a:rPr kumimoji="1" lang="zh-TW" altLang="en-US" smtClean="0"/>
              <a:t>2026/6/2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B823D9C6-731B-7BC2-B44B-75C5E04F33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ECDE61C4-6AA4-148C-BEAD-5A15CD3ED7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693BBA-517A-484E-B807-12AEDD49F3AB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8453959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2887FE3-5D3A-B1D0-33EB-F116D72325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045696F1-A3FF-A0FC-E327-027AC116D5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D944F2EC-B2C4-2874-67D7-CE2F2A7D51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CB291877-06A9-4185-AE76-76A921A770B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2FA98B44-4DF4-9CA4-D0BE-CD2268AA8AC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8B955132-4727-619C-678E-3945224E62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B5A342-2556-E448-8FBF-A3034CC959A5}" type="datetimeFigureOut">
              <a:rPr kumimoji="1" lang="zh-TW" altLang="en-US" smtClean="0"/>
              <a:t>2026/6/2</a:t>
            </a:fld>
            <a:endParaRPr kumimoji="1"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AEC9013D-A64F-4B1F-0810-116D862FBA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D67BD876-F38D-93EE-22B9-FC02F87259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693BBA-517A-484E-B807-12AEDD49F3AB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5641064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DC14FC3-6901-0006-BADE-52D2002C70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7AF08519-4296-71F1-0DAB-5611CEA29B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B5A342-2556-E448-8FBF-A3034CC959A5}" type="datetimeFigureOut">
              <a:rPr kumimoji="1" lang="zh-TW" altLang="en-US" smtClean="0"/>
              <a:t>2026/6/2</a:t>
            </a:fld>
            <a:endParaRPr kumimoji="1"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5D797F44-1926-B8F6-A8BE-6CF7E5596D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51D39BC0-BDEB-B8F3-C831-DFA8F9353D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693BBA-517A-484E-B807-12AEDD49F3AB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1445513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2F7D53CF-8A5F-B0B1-2325-CC85EC14D6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B5A342-2556-E448-8FBF-A3034CC959A5}" type="datetimeFigureOut">
              <a:rPr kumimoji="1" lang="zh-TW" altLang="en-US" smtClean="0"/>
              <a:t>2026/6/2</a:t>
            </a:fld>
            <a:endParaRPr kumimoji="1"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3E15AF5C-8313-F953-5C33-B26CF46C44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CD51198-63AF-257D-D455-71F3E0FD6F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693BBA-517A-484E-B807-12AEDD49F3AB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40387470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4EECF83-A517-69BE-25B4-2F93F389FC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A0BA12D-25CE-8A0F-2AFC-8D90B2D8E0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999226C2-72E2-A2EC-FA3F-D398903A02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DCB947A7-8F5C-6072-6890-ED086AC397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B5A342-2556-E448-8FBF-A3034CC959A5}" type="datetimeFigureOut">
              <a:rPr kumimoji="1" lang="zh-TW" altLang="en-US" smtClean="0"/>
              <a:t>2026/6/2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ACC82D9A-7F11-C061-C8E1-DD48FCD629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2CEA16A9-FC3A-3D9B-234C-5E2F1AEA1A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693BBA-517A-484E-B807-12AEDD49F3AB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9843960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131260A-D73D-0CF0-9168-47180A7F04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3F87A5E5-90B1-AA52-678B-A21B70B1D56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0171DA23-9063-AC85-4C42-6D02F677C4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8DD3F127-04C5-EE80-9E2B-A1D771707F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B5A342-2556-E448-8FBF-A3034CC959A5}" type="datetimeFigureOut">
              <a:rPr kumimoji="1" lang="zh-TW" altLang="en-US" smtClean="0"/>
              <a:t>2026/6/2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8B479BAA-6A28-C671-9918-F2B7B21AB0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C81EB60A-5EBA-8776-77C6-C7AB74263C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693BBA-517A-484E-B807-12AEDD49F3AB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2759638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6D4D52F-788D-857D-5D4B-2B28D3EB7D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8973E29C-C52F-9DA9-C0D9-BC15DEF71F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6D2CCD7-F8E7-9833-0FD2-B66F80E31A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B5A342-2556-E448-8FBF-A3034CC959A5}" type="datetimeFigureOut">
              <a:rPr kumimoji="1" lang="zh-TW" altLang="en-US" smtClean="0"/>
              <a:t>2026/6/2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7AFFE5DD-DE69-41D1-44A5-806684B65A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F65D9FC-1A8B-99B5-ED10-4CBCBF1B84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693BBA-517A-484E-B807-12AEDD49F3AB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496310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E54F4280-FBB6-AD67-09B4-78E19FF03B3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E4F511D4-3E7B-8127-31D8-FC13296EFB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22B46143-F28E-4EFC-00FA-F676D388A1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B5A342-2556-E448-8FBF-A3034CC959A5}" type="datetimeFigureOut">
              <a:rPr kumimoji="1" lang="zh-TW" altLang="en-US" smtClean="0"/>
              <a:t>2026/6/2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190A20E3-53A8-5A3C-AAD3-619007D739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55E6D2C-E143-F35B-421E-EFA9607A47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693BBA-517A-484E-B807-12AEDD49F3AB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8608154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2CDE2FCD-CF53-541E-F5DF-07B0664D5E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889298CB-8909-BDE2-05D5-CDFD8E5B54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FE805BB-E0BA-D7EB-1F46-ABC463F14B2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BB5A342-2556-E448-8FBF-A3034CC959A5}" type="datetimeFigureOut">
              <a:rPr kumimoji="1" lang="zh-TW" altLang="en-US" smtClean="0"/>
              <a:t>2026/6/2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60B2C9D-20CA-7168-CF36-D5064CD5947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8331C1DA-20AD-DDB0-ED3B-CA37C3D8A1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F693BBA-517A-484E-B807-12AEDD49F3AB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0422105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群組 22">
            <a:extLst>
              <a:ext uri="{FF2B5EF4-FFF2-40B4-BE49-F238E27FC236}">
                <a16:creationId xmlns:a16="http://schemas.microsoft.com/office/drawing/2014/main" id="{EC3045FD-9862-C0BD-FDEB-BAD2D447EAC4}"/>
              </a:ext>
            </a:extLst>
          </p:cNvPr>
          <p:cNvGrpSpPr/>
          <p:nvPr/>
        </p:nvGrpSpPr>
        <p:grpSpPr>
          <a:xfrm>
            <a:off x="2041223" y="2241549"/>
            <a:ext cx="5255687" cy="3541835"/>
            <a:chOff x="2041223" y="2241549"/>
            <a:chExt cx="5255687" cy="3541835"/>
          </a:xfrm>
        </p:grpSpPr>
        <p:pic>
          <p:nvPicPr>
            <p:cNvPr id="11" name="圖形 10">
              <a:extLst>
                <a:ext uri="{FF2B5EF4-FFF2-40B4-BE49-F238E27FC236}">
                  <a16:creationId xmlns:a16="http://schemas.microsoft.com/office/drawing/2014/main" id="{45C873AE-5E0E-92B3-5F63-996734CE1E3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2453052" y="2241549"/>
              <a:ext cx="4432029" cy="3541835"/>
            </a:xfrm>
            <a:prstGeom prst="rect">
              <a:avLst/>
            </a:prstGeom>
          </p:spPr>
        </p:pic>
        <p:sp>
          <p:nvSpPr>
            <p:cNvPr id="12" name="文字方塊 11">
              <a:extLst>
                <a:ext uri="{FF2B5EF4-FFF2-40B4-BE49-F238E27FC236}">
                  <a16:creationId xmlns:a16="http://schemas.microsoft.com/office/drawing/2014/main" id="{03D6F951-3965-B9D2-F0A9-429DB57B1061}"/>
                </a:ext>
              </a:extLst>
            </p:cNvPr>
            <p:cNvSpPr txBox="1"/>
            <p:nvPr/>
          </p:nvSpPr>
          <p:spPr>
            <a:xfrm>
              <a:off x="2041223" y="2905584"/>
              <a:ext cx="411829" cy="307777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r"/>
              <a:r>
                <a:rPr kumimoji="1" lang="en-US" altLang="zh-TW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endParaRPr kumimoji="1" lang="zh-TW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" name="文字方塊 12">
              <a:extLst>
                <a:ext uri="{FF2B5EF4-FFF2-40B4-BE49-F238E27FC236}">
                  <a16:creationId xmlns:a16="http://schemas.microsoft.com/office/drawing/2014/main" id="{C236D654-DAA1-D52A-9670-47120170868F}"/>
                </a:ext>
              </a:extLst>
            </p:cNvPr>
            <p:cNvSpPr txBox="1"/>
            <p:nvPr/>
          </p:nvSpPr>
          <p:spPr>
            <a:xfrm>
              <a:off x="2041223" y="2242470"/>
              <a:ext cx="411829" cy="307777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r"/>
              <a:r>
                <a:rPr kumimoji="1" lang="en-US" altLang="zh-TW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endParaRPr kumimoji="1" lang="zh-TW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" name="文字方塊 13">
              <a:extLst>
                <a:ext uri="{FF2B5EF4-FFF2-40B4-BE49-F238E27FC236}">
                  <a16:creationId xmlns:a16="http://schemas.microsoft.com/office/drawing/2014/main" id="{7E4FFA96-301D-1248-F0F6-E9DF52692759}"/>
                </a:ext>
              </a:extLst>
            </p:cNvPr>
            <p:cNvSpPr txBox="1"/>
            <p:nvPr/>
          </p:nvSpPr>
          <p:spPr>
            <a:xfrm>
              <a:off x="2041223" y="3858577"/>
              <a:ext cx="411829" cy="307777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r"/>
              <a:r>
                <a:rPr kumimoji="1" lang="en-US" altLang="zh-TW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endParaRPr kumimoji="1" lang="zh-TW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" name="文字方塊 14">
              <a:extLst>
                <a:ext uri="{FF2B5EF4-FFF2-40B4-BE49-F238E27FC236}">
                  <a16:creationId xmlns:a16="http://schemas.microsoft.com/office/drawing/2014/main" id="{2A7B408B-4949-C818-9B04-CBF97DDAFCBA}"/>
                </a:ext>
              </a:extLst>
            </p:cNvPr>
            <p:cNvSpPr txBox="1"/>
            <p:nvPr/>
          </p:nvSpPr>
          <p:spPr>
            <a:xfrm>
              <a:off x="3757177" y="2244636"/>
              <a:ext cx="411829" cy="307777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r"/>
              <a:r>
                <a:rPr kumimoji="1" lang="en-US" altLang="zh-TW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  <a:endParaRPr kumimoji="1" lang="zh-TW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6" name="文字方塊 15">
              <a:extLst>
                <a:ext uri="{FF2B5EF4-FFF2-40B4-BE49-F238E27FC236}">
                  <a16:creationId xmlns:a16="http://schemas.microsoft.com/office/drawing/2014/main" id="{BE207BFF-B803-D102-5E10-B8F4F2B94F1C}"/>
                </a:ext>
              </a:extLst>
            </p:cNvPr>
            <p:cNvSpPr txBox="1"/>
            <p:nvPr/>
          </p:nvSpPr>
          <p:spPr>
            <a:xfrm>
              <a:off x="3757177" y="2928690"/>
              <a:ext cx="411829" cy="307777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r"/>
              <a:r>
                <a:rPr kumimoji="1" lang="en-US" altLang="zh-TW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</a:t>
              </a:r>
              <a:endParaRPr kumimoji="1" lang="zh-TW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" name="文字方塊 16">
              <a:extLst>
                <a:ext uri="{FF2B5EF4-FFF2-40B4-BE49-F238E27FC236}">
                  <a16:creationId xmlns:a16="http://schemas.microsoft.com/office/drawing/2014/main" id="{DFDB1A2B-A628-64CE-8673-ACD00D35F9CC}"/>
                </a:ext>
              </a:extLst>
            </p:cNvPr>
            <p:cNvSpPr txBox="1"/>
            <p:nvPr/>
          </p:nvSpPr>
          <p:spPr>
            <a:xfrm>
              <a:off x="3757177" y="3612744"/>
              <a:ext cx="411829" cy="307777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r"/>
              <a:r>
                <a:rPr kumimoji="1" lang="en-US" altLang="zh-TW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endParaRPr kumimoji="1" lang="zh-TW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8" name="文字方塊 17">
              <a:extLst>
                <a:ext uri="{FF2B5EF4-FFF2-40B4-BE49-F238E27FC236}">
                  <a16:creationId xmlns:a16="http://schemas.microsoft.com/office/drawing/2014/main" id="{C3B1D14D-FA0F-83E3-33C9-67592F3EDE3C}"/>
                </a:ext>
              </a:extLst>
            </p:cNvPr>
            <p:cNvSpPr txBox="1"/>
            <p:nvPr/>
          </p:nvSpPr>
          <p:spPr>
            <a:xfrm>
              <a:off x="3757177" y="4544175"/>
              <a:ext cx="411829" cy="307777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r"/>
              <a:r>
                <a:rPr kumimoji="1" lang="en-US" altLang="zh-TW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h</a:t>
              </a:r>
              <a:endParaRPr kumimoji="1" lang="zh-TW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9" name="文字方塊 18">
              <a:extLst>
                <a:ext uri="{FF2B5EF4-FFF2-40B4-BE49-F238E27FC236}">
                  <a16:creationId xmlns:a16="http://schemas.microsoft.com/office/drawing/2014/main" id="{7DAAA9BB-A749-CB50-C18B-31DD559A804D}"/>
                </a:ext>
              </a:extLst>
            </p:cNvPr>
            <p:cNvSpPr txBox="1"/>
            <p:nvPr/>
          </p:nvSpPr>
          <p:spPr>
            <a:xfrm>
              <a:off x="3757177" y="5217015"/>
              <a:ext cx="411829" cy="307777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r"/>
              <a:r>
                <a:rPr kumimoji="1" lang="en-US" altLang="zh-TW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  <a:endParaRPr kumimoji="1" lang="zh-TW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0" name="文字方塊 19">
              <a:extLst>
                <a:ext uri="{FF2B5EF4-FFF2-40B4-BE49-F238E27FC236}">
                  <a16:creationId xmlns:a16="http://schemas.microsoft.com/office/drawing/2014/main" id="{E85BC0A7-3892-FBD5-8219-3D1C737DE6A7}"/>
                </a:ext>
              </a:extLst>
            </p:cNvPr>
            <p:cNvSpPr txBox="1"/>
            <p:nvPr/>
          </p:nvSpPr>
          <p:spPr>
            <a:xfrm>
              <a:off x="5267216" y="4762142"/>
              <a:ext cx="411829" cy="307777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r"/>
              <a:r>
                <a:rPr kumimoji="1" lang="en-US" altLang="zh-TW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j</a:t>
              </a:r>
              <a:endParaRPr kumimoji="1" lang="zh-TW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1" name="文字方塊 20">
              <a:extLst>
                <a:ext uri="{FF2B5EF4-FFF2-40B4-BE49-F238E27FC236}">
                  <a16:creationId xmlns:a16="http://schemas.microsoft.com/office/drawing/2014/main" id="{34B256BD-854B-12C2-3091-836E1F696EF1}"/>
                </a:ext>
              </a:extLst>
            </p:cNvPr>
            <p:cNvSpPr txBox="1"/>
            <p:nvPr/>
          </p:nvSpPr>
          <p:spPr>
            <a:xfrm>
              <a:off x="5300189" y="3180108"/>
              <a:ext cx="411829" cy="307777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r"/>
              <a:r>
                <a:rPr kumimoji="1" lang="en-US" altLang="zh-TW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g</a:t>
              </a:r>
              <a:endParaRPr kumimoji="1" lang="zh-TW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2" name="文字方塊 21">
              <a:extLst>
                <a:ext uri="{FF2B5EF4-FFF2-40B4-BE49-F238E27FC236}">
                  <a16:creationId xmlns:a16="http://schemas.microsoft.com/office/drawing/2014/main" id="{F15030DD-A5B7-A35B-6759-D26E0D0B1301}"/>
                </a:ext>
              </a:extLst>
            </p:cNvPr>
            <p:cNvSpPr txBox="1"/>
            <p:nvPr/>
          </p:nvSpPr>
          <p:spPr>
            <a:xfrm>
              <a:off x="6885081" y="4012465"/>
              <a:ext cx="411829" cy="307777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r"/>
              <a:r>
                <a:rPr kumimoji="1" lang="en-US" altLang="zh-TW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0?</a:t>
              </a:r>
              <a:endParaRPr kumimoji="1" lang="zh-TW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20441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12</Words>
  <Application>Microsoft Macintosh PowerPoint</Application>
  <PresentationFormat>寬螢幕</PresentationFormat>
  <Paragraphs>11</Paragraphs>
  <Slides>1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Times New Roman</vt:lpstr>
      <vt:lpstr>Office 佈景主題</vt:lpstr>
      <vt:lpstr>PowerPoint 簡報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Microsoft Office User</dc:creator>
  <cp:keywords/>
  <dc:description/>
  <cp:lastModifiedBy>Microsoft Office User</cp:lastModifiedBy>
  <cp:revision>2</cp:revision>
  <dcterms:created xsi:type="dcterms:W3CDTF">2026-06-02T13:00:29Z</dcterms:created>
  <dcterms:modified xsi:type="dcterms:W3CDTF">2026-06-02T13:19:43Z</dcterms:modified>
  <cp:category/>
</cp:coreProperties>
</file>